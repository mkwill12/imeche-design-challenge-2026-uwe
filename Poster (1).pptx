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00D6"/>
    <a:srgbClr val="FF18D5"/>
    <a:srgbClr val="057700"/>
    <a:srgbClr val="C00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46677-B3F0-445B-90CB-34E2DF9DF229}" v="436" dt="2026-05-31T17:20:53.877"/>
    <p1510:client id="{E5AA947E-8F6B-C857-1ED5-CE84C1DB4312}" v="21" dt="2026-05-31T01:24:28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4660"/>
  </p:normalViewPr>
  <p:slideViewPr>
    <p:cSldViewPr snapToGrid="0">
      <p:cViewPr>
        <p:scale>
          <a:sx n="25" d="100"/>
          <a:sy n="25" d="100"/>
        </p:scale>
        <p:origin x="1764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f Al Barazi (Student)" userId="S::saef2.albarazi@live.uwe.ac.uk::c4f46f0b-de80-4727-b952-499c25aaac12" providerId="AD" clId="Web-{E5AA947E-8F6B-C857-1ED5-CE84C1DB4312}"/>
    <pc:docChg chg="modSld">
      <pc:chgData name="Saef Al Barazi (Student)" userId="S::saef2.albarazi@live.uwe.ac.uk::c4f46f0b-de80-4727-b952-499c25aaac12" providerId="AD" clId="Web-{E5AA947E-8F6B-C857-1ED5-CE84C1DB4312}" dt="2026-05-31T01:24:28.532" v="14" actId="20577"/>
      <pc:docMkLst>
        <pc:docMk/>
      </pc:docMkLst>
      <pc:sldChg chg="modSp">
        <pc:chgData name="Saef Al Barazi (Student)" userId="S::saef2.albarazi@live.uwe.ac.uk::c4f46f0b-de80-4727-b952-499c25aaac12" providerId="AD" clId="Web-{E5AA947E-8F6B-C857-1ED5-CE84C1DB4312}" dt="2026-05-31T01:24:11.875" v="9" actId="20577"/>
        <pc:sldMkLst>
          <pc:docMk/>
          <pc:sldMk cId="3221761280" sldId="256"/>
        </pc:sldMkLst>
        <pc:spChg chg="mod">
          <ac:chgData name="Saef Al Barazi (Student)" userId="S::saef2.albarazi@live.uwe.ac.uk::c4f46f0b-de80-4727-b952-499c25aaac12" providerId="AD" clId="Web-{E5AA947E-8F6B-C857-1ED5-CE84C1DB4312}" dt="2026-05-31T01:23:56.328" v="3" actId="20577"/>
          <ac:spMkLst>
            <pc:docMk/>
            <pc:sldMk cId="3221761280" sldId="256"/>
            <ac:spMk id="8" creationId="{C73E0D66-9D3C-BAA9-3091-9D95578FBDCF}"/>
          </ac:spMkLst>
        </pc:spChg>
        <pc:spChg chg="mod">
          <ac:chgData name="Saef Al Barazi (Student)" userId="S::saef2.albarazi@live.uwe.ac.uk::c4f46f0b-de80-4727-b952-499c25aaac12" providerId="AD" clId="Web-{E5AA947E-8F6B-C857-1ED5-CE84C1DB4312}" dt="2026-05-31T01:24:03.188" v="5" actId="20577"/>
          <ac:spMkLst>
            <pc:docMk/>
            <pc:sldMk cId="3221761280" sldId="256"/>
            <ac:spMk id="11" creationId="{17ABA6F5-596A-73B0-D084-07DF0A015C2F}"/>
          </ac:spMkLst>
        </pc:spChg>
        <pc:spChg chg="mod">
          <ac:chgData name="Saef Al Barazi (Student)" userId="S::saef2.albarazi@live.uwe.ac.uk::c4f46f0b-de80-4727-b952-499c25aaac12" providerId="AD" clId="Web-{E5AA947E-8F6B-C857-1ED5-CE84C1DB4312}" dt="2026-05-31T01:24:07.516" v="7" actId="20577"/>
          <ac:spMkLst>
            <pc:docMk/>
            <pc:sldMk cId="3221761280" sldId="256"/>
            <ac:spMk id="12" creationId="{FF22064D-FB94-6730-05FD-EB7BC8F85E6F}"/>
          </ac:spMkLst>
        </pc:spChg>
        <pc:spChg chg="mod">
          <ac:chgData name="Saef Al Barazi (Student)" userId="S::saef2.albarazi@live.uwe.ac.uk::c4f46f0b-de80-4727-b952-499c25aaac12" providerId="AD" clId="Web-{E5AA947E-8F6B-C857-1ED5-CE84C1DB4312}" dt="2026-05-31T01:24:11.875" v="9" actId="20577"/>
          <ac:spMkLst>
            <pc:docMk/>
            <pc:sldMk cId="3221761280" sldId="256"/>
            <ac:spMk id="13" creationId="{39643684-ACB0-1D4F-F25B-731BAF2C9679}"/>
          </ac:spMkLst>
        </pc:spChg>
      </pc:sldChg>
      <pc:sldChg chg="modSp">
        <pc:chgData name="Saef Al Barazi (Student)" userId="S::saef2.albarazi@live.uwe.ac.uk::c4f46f0b-de80-4727-b952-499c25aaac12" providerId="AD" clId="Web-{E5AA947E-8F6B-C857-1ED5-CE84C1DB4312}" dt="2026-05-31T01:24:28.532" v="14" actId="20577"/>
        <pc:sldMkLst>
          <pc:docMk/>
          <pc:sldMk cId="423839620" sldId="257"/>
        </pc:sldMkLst>
        <pc:spChg chg="mod">
          <ac:chgData name="Saef Al Barazi (Student)" userId="S::saef2.albarazi@live.uwe.ac.uk::c4f46f0b-de80-4727-b952-499c25aaac12" providerId="AD" clId="Web-{E5AA947E-8F6B-C857-1ED5-CE84C1DB4312}" dt="2026-05-31T01:24:28.532" v="14" actId="20577"/>
          <ac:spMkLst>
            <pc:docMk/>
            <pc:sldMk cId="423839620" sldId="257"/>
            <ac:spMk id="2" creationId="{1A9060FE-1506-534A-6A3E-B55338608149}"/>
          </ac:spMkLst>
        </pc:spChg>
        <pc:spChg chg="mod">
          <ac:chgData name="Saef Al Barazi (Student)" userId="S::saef2.albarazi@live.uwe.ac.uk::c4f46f0b-de80-4727-b952-499c25aaac12" providerId="AD" clId="Web-{E5AA947E-8F6B-C857-1ED5-CE84C1DB4312}" dt="2026-05-31T01:24:16.703" v="10" actId="1076"/>
          <ac:spMkLst>
            <pc:docMk/>
            <pc:sldMk cId="423839620" sldId="257"/>
            <ac:spMk id="6" creationId="{8B90DA9A-5D0C-B037-4562-E20CFE8AA8F8}"/>
          </ac:spMkLst>
        </pc:spChg>
      </pc:sldChg>
    </pc:docChg>
  </pc:docChgLst>
  <pc:docChgLst>
    <pc:chgData name="Saef Al Barazi (Student)" userId="c4f46f0b-de80-4727-b952-499c25aaac12" providerId="ADAL" clId="{B3B4C93B-09B7-4125-987F-C553C88637FD}"/>
    <pc:docChg chg="undo custSel addSld delSld modSld modMainMaster">
      <pc:chgData name="Saef Al Barazi (Student)" userId="c4f46f0b-de80-4727-b952-499c25aaac12" providerId="ADAL" clId="{B3B4C93B-09B7-4125-987F-C553C88637FD}" dt="2026-05-31T17:25:27.427" v="3337" actId="34135"/>
      <pc:docMkLst>
        <pc:docMk/>
      </pc:docMkLst>
      <pc:sldChg chg="addSp delSp modSp mod">
        <pc:chgData name="Saef Al Barazi (Student)" userId="c4f46f0b-de80-4727-b952-499c25aaac12" providerId="ADAL" clId="{B3B4C93B-09B7-4125-987F-C553C88637FD}" dt="2026-05-31T17:25:27.427" v="3337" actId="34135"/>
        <pc:sldMkLst>
          <pc:docMk/>
          <pc:sldMk cId="3221761280" sldId="256"/>
        </pc:sldMkLst>
        <pc:spChg chg="del mod">
          <ac:chgData name="Saef Al Barazi (Student)" userId="c4f46f0b-de80-4727-b952-499c25aaac12" providerId="ADAL" clId="{B3B4C93B-09B7-4125-987F-C553C88637FD}" dt="2026-05-30T19:16:16.205" v="231" actId="478"/>
          <ac:spMkLst>
            <pc:docMk/>
            <pc:sldMk cId="3221761280" sldId="256"/>
            <ac:spMk id="2" creationId="{156F3B3F-EF7E-64AE-2535-73A967C6DBEE}"/>
          </ac:spMkLst>
        </pc:spChg>
        <pc:spChg chg="del mod">
          <ac:chgData name="Saef Al Barazi (Student)" userId="c4f46f0b-de80-4727-b952-499c25aaac12" providerId="ADAL" clId="{B3B4C93B-09B7-4125-987F-C553C88637FD}" dt="2026-05-30T19:44:53.059" v="1219" actId="478"/>
          <ac:spMkLst>
            <pc:docMk/>
            <pc:sldMk cId="3221761280" sldId="256"/>
            <ac:spMk id="4" creationId="{916A6F57-5DAA-8621-B986-C24AE5BCAA29}"/>
          </ac:spMkLst>
        </pc:spChg>
        <pc:spChg chg="mod">
          <ac:chgData name="Saef Al Barazi (Student)" userId="c4f46f0b-de80-4727-b952-499c25aaac12" providerId="ADAL" clId="{B3B4C93B-09B7-4125-987F-C553C88637FD}" dt="2026-05-31T17:25:06.437" v="3336" actId="255"/>
          <ac:spMkLst>
            <pc:docMk/>
            <pc:sldMk cId="3221761280" sldId="256"/>
            <ac:spMk id="8" creationId="{C73E0D66-9D3C-BAA9-3091-9D95578FBDCF}"/>
          </ac:spMkLst>
        </pc:spChg>
        <pc:spChg chg="mod">
          <ac:chgData name="Saef Al Barazi (Student)" userId="c4f46f0b-de80-4727-b952-499c25aaac12" providerId="ADAL" clId="{B3B4C93B-09B7-4125-987F-C553C88637FD}" dt="2026-05-31T17:07:39.870" v="3194" actId="1076"/>
          <ac:spMkLst>
            <pc:docMk/>
            <pc:sldMk cId="3221761280" sldId="256"/>
            <ac:spMk id="11" creationId="{17ABA6F5-596A-73B0-D084-07DF0A015C2F}"/>
          </ac:spMkLst>
        </pc:spChg>
        <pc:spChg chg="mod">
          <ac:chgData name="Saef Al Barazi (Student)" userId="c4f46f0b-de80-4727-b952-499c25aaac12" providerId="ADAL" clId="{B3B4C93B-09B7-4125-987F-C553C88637FD}" dt="2026-05-31T17:23:11.491" v="3333" actId="14100"/>
          <ac:spMkLst>
            <pc:docMk/>
            <pc:sldMk cId="3221761280" sldId="256"/>
            <ac:spMk id="12" creationId="{FF22064D-FB94-6730-05FD-EB7BC8F85E6F}"/>
          </ac:spMkLst>
        </pc:spChg>
        <pc:spChg chg="mod">
          <ac:chgData name="Saef Al Barazi (Student)" userId="c4f46f0b-de80-4727-b952-499c25aaac12" providerId="ADAL" clId="{B3B4C93B-09B7-4125-987F-C553C88637FD}" dt="2026-05-31T17:22:38.714" v="3328" actId="255"/>
          <ac:spMkLst>
            <pc:docMk/>
            <pc:sldMk cId="3221761280" sldId="256"/>
            <ac:spMk id="13" creationId="{39643684-ACB0-1D4F-F25B-731BAF2C9679}"/>
          </ac:spMkLst>
        </pc:spChg>
        <pc:spChg chg="del">
          <ac:chgData name="Saef Al Barazi (Student)" userId="c4f46f0b-de80-4727-b952-499c25aaac12" providerId="ADAL" clId="{B3B4C93B-09B7-4125-987F-C553C88637FD}" dt="2026-05-30T19:08:59.235" v="196" actId="478"/>
          <ac:spMkLst>
            <pc:docMk/>
            <pc:sldMk cId="3221761280" sldId="256"/>
            <ac:spMk id="14" creationId="{C12D37E2-5B22-3523-8B25-6B8F7C03C8C5}"/>
          </ac:spMkLst>
        </pc:spChg>
        <pc:spChg chg="add mod">
          <ac:chgData name="Saef Al Barazi (Student)" userId="c4f46f0b-de80-4727-b952-499c25aaac12" providerId="ADAL" clId="{B3B4C93B-09B7-4125-987F-C553C88637FD}" dt="2026-05-31T17:13:57.979" v="3248" actId="404"/>
          <ac:spMkLst>
            <pc:docMk/>
            <pc:sldMk cId="3221761280" sldId="256"/>
            <ac:spMk id="34" creationId="{A5DA4B13-FBCC-2674-2B7C-1F8972F6EA82}"/>
          </ac:spMkLst>
        </pc:spChg>
        <pc:spChg chg="add mod">
          <ac:chgData name="Saef Al Barazi (Student)" userId="c4f46f0b-de80-4727-b952-499c25aaac12" providerId="ADAL" clId="{B3B4C93B-09B7-4125-987F-C553C88637FD}" dt="2026-05-31T17:20:53.877" v="3315" actId="164"/>
          <ac:spMkLst>
            <pc:docMk/>
            <pc:sldMk cId="3221761280" sldId="256"/>
            <ac:spMk id="44" creationId="{183C2E5C-FD29-9B18-4224-C15B88CFEBF4}"/>
          </ac:spMkLst>
        </pc:spChg>
        <pc:spChg chg="add mod">
          <ac:chgData name="Saef Al Barazi (Student)" userId="c4f46f0b-de80-4727-b952-499c25aaac12" providerId="ADAL" clId="{B3B4C93B-09B7-4125-987F-C553C88637FD}" dt="2026-05-31T17:20:53.877" v="3315" actId="164"/>
          <ac:spMkLst>
            <pc:docMk/>
            <pc:sldMk cId="3221761280" sldId="256"/>
            <ac:spMk id="45" creationId="{39E9F8F6-0272-E713-6EC8-7C67102DCD83}"/>
          </ac:spMkLst>
        </pc:spChg>
        <pc:spChg chg="add mod">
          <ac:chgData name="Saef Al Barazi (Student)" userId="c4f46f0b-de80-4727-b952-499c25aaac12" providerId="ADAL" clId="{B3B4C93B-09B7-4125-987F-C553C88637FD}" dt="2026-05-31T17:16:34.030" v="3274" actId="1076"/>
          <ac:spMkLst>
            <pc:docMk/>
            <pc:sldMk cId="3221761280" sldId="256"/>
            <ac:spMk id="65" creationId="{4AC65077-5BEB-F109-87F5-C22DA3BD3232}"/>
          </ac:spMkLst>
        </pc:spChg>
        <pc:grpChg chg="add mod">
          <ac:chgData name="Saef Al Barazi (Student)" userId="c4f46f0b-de80-4727-b952-499c25aaac12" providerId="ADAL" clId="{B3B4C93B-09B7-4125-987F-C553C88637FD}" dt="2026-05-31T17:21:13.581" v="3322" actId="1076"/>
          <ac:grpSpMkLst>
            <pc:docMk/>
            <pc:sldMk cId="3221761280" sldId="256"/>
            <ac:grpSpMk id="46" creationId="{DB605755-27B3-EB43-532E-4CEC9667BFA8}"/>
          </ac:grpSpMkLst>
        </pc:grpChg>
        <pc:graphicFrameChg chg="mod ord modGraphic">
          <ac:chgData name="Saef Al Barazi (Student)" userId="c4f46f0b-de80-4727-b952-499c25aaac12" providerId="ADAL" clId="{B3B4C93B-09B7-4125-987F-C553C88637FD}" dt="2026-05-31T17:21:19.627" v="3323" actId="1076"/>
          <ac:graphicFrameMkLst>
            <pc:docMk/>
            <pc:sldMk cId="3221761280" sldId="256"/>
            <ac:graphicFrameMk id="3" creationId="{8D22F425-C20E-037A-0E09-4BB2549B9FBD}"/>
          </ac:graphicFrameMkLst>
        </pc:graphicFrameChg>
        <pc:graphicFrameChg chg="add mod modGraphic">
          <ac:chgData name="Saef Al Barazi (Student)" userId="c4f46f0b-de80-4727-b952-499c25aaac12" providerId="ADAL" clId="{B3B4C93B-09B7-4125-987F-C553C88637FD}" dt="2026-05-31T17:21:26.903" v="3326" actId="403"/>
          <ac:graphicFrameMkLst>
            <pc:docMk/>
            <pc:sldMk cId="3221761280" sldId="256"/>
            <ac:graphicFrameMk id="43" creationId="{658DC5B3-18EE-EB7E-9067-53D0EF75801F}"/>
          </ac:graphicFrameMkLst>
        </pc:graphicFrameChg>
        <pc:picChg chg="mod">
          <ac:chgData name="Saef Al Barazi (Student)" userId="c4f46f0b-de80-4727-b952-499c25aaac12" providerId="ADAL" clId="{B3B4C93B-09B7-4125-987F-C553C88637FD}" dt="2026-05-31T17:05:40.386" v="3168" actId="14100"/>
          <ac:picMkLst>
            <pc:docMk/>
            <pc:sldMk cId="3221761280" sldId="256"/>
            <ac:picMk id="5" creationId="{FBD18373-D531-A6D3-BDD2-05357E39EBF8}"/>
          </ac:picMkLst>
        </pc:picChg>
        <pc:picChg chg="mod">
          <ac:chgData name="Saef Al Barazi (Student)" userId="c4f46f0b-de80-4727-b952-499c25aaac12" providerId="ADAL" clId="{B3B4C93B-09B7-4125-987F-C553C88637FD}" dt="2026-05-31T17:05:36.599" v="3167" actId="14100"/>
          <ac:picMkLst>
            <pc:docMk/>
            <pc:sldMk cId="3221761280" sldId="256"/>
            <ac:picMk id="7" creationId="{27177274-3222-D5BE-F1C1-35DCA48E6011}"/>
          </ac:picMkLst>
        </pc:picChg>
        <pc:picChg chg="add del mod">
          <ac:chgData name="Saef Al Barazi (Student)" userId="c4f46f0b-de80-4727-b952-499c25aaac12" providerId="ADAL" clId="{B3B4C93B-09B7-4125-987F-C553C88637FD}" dt="2026-05-30T20:03:09.086" v="1353" actId="478"/>
          <ac:picMkLst>
            <pc:docMk/>
            <pc:sldMk cId="3221761280" sldId="256"/>
            <ac:picMk id="9" creationId="{73A69C08-195F-2219-7A0B-82DD3742E358}"/>
          </ac:picMkLst>
        </pc:picChg>
        <pc:picChg chg="del mod">
          <ac:chgData name="Saef Al Barazi (Student)" userId="c4f46f0b-de80-4727-b952-499c25aaac12" providerId="ADAL" clId="{B3B4C93B-09B7-4125-987F-C553C88637FD}" dt="2026-05-30T19:12:44.244" v="197" actId="478"/>
          <ac:picMkLst>
            <pc:docMk/>
            <pc:sldMk cId="3221761280" sldId="256"/>
            <ac:picMk id="10" creationId="{FE143C04-A443-0A3D-EB9E-AFAC36ED7AF7}"/>
          </ac:picMkLst>
        </pc:picChg>
        <pc:picChg chg="mod ord modCrop">
          <ac:chgData name="Saef Al Barazi (Student)" userId="c4f46f0b-de80-4727-b952-499c25aaac12" providerId="ADAL" clId="{B3B4C93B-09B7-4125-987F-C553C88637FD}" dt="2026-05-31T17:04:38.461" v="3153" actId="34135"/>
          <ac:picMkLst>
            <pc:docMk/>
            <pc:sldMk cId="3221761280" sldId="256"/>
            <ac:picMk id="16" creationId="{C322F573-5437-E468-910F-62B28F4D931D}"/>
          </ac:picMkLst>
        </pc:picChg>
        <pc:picChg chg="add mod modCrop">
          <ac:chgData name="Saef Al Barazi (Student)" userId="c4f46f0b-de80-4727-b952-499c25aaac12" providerId="ADAL" clId="{B3B4C93B-09B7-4125-987F-C553C88637FD}" dt="2026-05-31T17:25:27.427" v="3337" actId="34135"/>
          <ac:picMkLst>
            <pc:docMk/>
            <pc:sldMk cId="3221761280" sldId="256"/>
            <ac:picMk id="17" creationId="{949E3369-6AF8-5253-9363-9492CE9139C1}"/>
          </ac:picMkLst>
        </pc:picChg>
        <pc:picChg chg="add mod">
          <ac:chgData name="Saef Al Barazi (Student)" userId="c4f46f0b-de80-4727-b952-499c25aaac12" providerId="ADAL" clId="{B3B4C93B-09B7-4125-987F-C553C88637FD}" dt="2026-05-31T16:59:50.913" v="3057"/>
          <ac:picMkLst>
            <pc:docMk/>
            <pc:sldMk cId="3221761280" sldId="256"/>
            <ac:picMk id="33" creationId="{59472A7E-05AE-213A-D6CB-6B8B2E463377}"/>
          </ac:picMkLst>
        </pc:picChg>
        <pc:picChg chg="add mod">
          <ac:chgData name="Saef Al Barazi (Student)" userId="c4f46f0b-de80-4727-b952-499c25aaac12" providerId="ADAL" clId="{B3B4C93B-09B7-4125-987F-C553C88637FD}" dt="2026-05-31T17:20:53.877" v="3315" actId="164"/>
          <ac:picMkLst>
            <pc:docMk/>
            <pc:sldMk cId="3221761280" sldId="256"/>
            <ac:picMk id="38" creationId="{6BD6264F-B8C0-3BD0-C2D6-88F0E12CCB57}"/>
          </ac:picMkLst>
        </pc:picChg>
        <pc:picChg chg="add del mod">
          <ac:chgData name="Saef Al Barazi (Student)" userId="c4f46f0b-de80-4727-b952-499c25aaac12" providerId="ADAL" clId="{B3B4C93B-09B7-4125-987F-C553C88637FD}" dt="2026-05-31T17:17:22.315" v="3284" actId="22"/>
          <ac:picMkLst>
            <pc:docMk/>
            <pc:sldMk cId="3221761280" sldId="256"/>
            <ac:picMk id="40" creationId="{1EAB101A-3D77-8868-21D0-D65B0997D2D3}"/>
          </ac:picMkLst>
        </pc:picChg>
        <pc:cxnChg chg="add del mod">
          <ac:chgData name="Saef Al Barazi (Student)" userId="c4f46f0b-de80-4727-b952-499c25aaac12" providerId="ADAL" clId="{B3B4C93B-09B7-4125-987F-C553C88637FD}" dt="2026-05-31T17:11:41.660" v="3205" actId="478"/>
          <ac:cxnSpMkLst>
            <pc:docMk/>
            <pc:sldMk cId="3221761280" sldId="256"/>
            <ac:cxnSpMk id="19" creationId="{B76B524D-9FAD-A274-7D8F-6AA92B45A8E9}"/>
          </ac:cxnSpMkLst>
        </pc:cxnChg>
        <pc:cxnChg chg="add del mod">
          <ac:chgData name="Saef Al Barazi (Student)" userId="c4f46f0b-de80-4727-b952-499c25aaac12" providerId="ADAL" clId="{B3B4C93B-09B7-4125-987F-C553C88637FD}" dt="2026-05-31T17:11:40.828" v="3204" actId="478"/>
          <ac:cxnSpMkLst>
            <pc:docMk/>
            <pc:sldMk cId="3221761280" sldId="256"/>
            <ac:cxnSpMk id="23" creationId="{B7A654E6-E1ED-EF23-F95A-99AE984D6239}"/>
          </ac:cxnSpMkLst>
        </pc:cxnChg>
        <pc:cxnChg chg="add del mod">
          <ac:chgData name="Saef Al Barazi (Student)" userId="c4f46f0b-de80-4727-b952-499c25aaac12" providerId="ADAL" clId="{B3B4C93B-09B7-4125-987F-C553C88637FD}" dt="2026-05-31T17:15:08.177" v="3264" actId="478"/>
          <ac:cxnSpMkLst>
            <pc:docMk/>
            <pc:sldMk cId="3221761280" sldId="256"/>
            <ac:cxnSpMk id="25" creationId="{B0403200-9348-0DFE-D8FA-7C059FC9B032}"/>
          </ac:cxnSpMkLst>
        </pc:cxnChg>
        <pc:cxnChg chg="add del mod">
          <ac:chgData name="Saef Al Barazi (Student)" userId="c4f46f0b-de80-4727-b952-499c25aaac12" providerId="ADAL" clId="{B3B4C93B-09B7-4125-987F-C553C88637FD}" dt="2026-05-31T17:15:05.941" v="3262" actId="478"/>
          <ac:cxnSpMkLst>
            <pc:docMk/>
            <pc:sldMk cId="3221761280" sldId="256"/>
            <ac:cxnSpMk id="26" creationId="{FFA32D47-58E8-16C8-63E0-CC8C9D74B2FE}"/>
          </ac:cxnSpMkLst>
        </pc:cxnChg>
        <pc:cxnChg chg="add del mod">
          <ac:chgData name="Saef Al Barazi (Student)" userId="c4f46f0b-de80-4727-b952-499c25aaac12" providerId="ADAL" clId="{B3B4C93B-09B7-4125-987F-C553C88637FD}" dt="2026-05-31T17:15:00.356" v="3258" actId="478"/>
          <ac:cxnSpMkLst>
            <pc:docMk/>
            <pc:sldMk cId="3221761280" sldId="256"/>
            <ac:cxnSpMk id="30" creationId="{DD0322DD-D9BA-4B5D-D729-49EC0F56D894}"/>
          </ac:cxnSpMkLst>
        </pc:cxnChg>
        <pc:cxnChg chg="add del mod">
          <ac:chgData name="Saef Al Barazi (Student)" userId="c4f46f0b-de80-4727-b952-499c25aaac12" providerId="ADAL" clId="{B3B4C93B-09B7-4125-987F-C553C88637FD}" dt="2026-05-30T20:07:49.952" v="1394" actId="478"/>
          <ac:cxnSpMkLst>
            <pc:docMk/>
            <pc:sldMk cId="3221761280" sldId="256"/>
            <ac:cxnSpMk id="36" creationId="{B068AE57-C11C-D9F7-4347-32B739FB0339}"/>
          </ac:cxnSpMkLst>
        </pc:cxnChg>
        <pc:cxnChg chg="add del mod">
          <ac:chgData name="Saef Al Barazi (Student)" userId="c4f46f0b-de80-4727-b952-499c25aaac12" providerId="ADAL" clId="{B3B4C93B-09B7-4125-987F-C553C88637FD}" dt="2026-05-31T17:15:09.186" v="3265" actId="478"/>
          <ac:cxnSpMkLst>
            <pc:docMk/>
            <pc:sldMk cId="3221761280" sldId="256"/>
            <ac:cxnSpMk id="36" creationId="{DB5B4158-6DD4-0CE2-C86E-4F3E173958B3}"/>
          </ac:cxnSpMkLst>
        </pc:cxnChg>
        <pc:cxnChg chg="add del mod">
          <ac:chgData name="Saef Al Barazi (Student)" userId="c4f46f0b-de80-4727-b952-499c25aaac12" providerId="ADAL" clId="{B3B4C93B-09B7-4125-987F-C553C88637FD}" dt="2026-05-31T17:15:07.357" v="3263" actId="478"/>
          <ac:cxnSpMkLst>
            <pc:docMk/>
            <pc:sldMk cId="3221761280" sldId="256"/>
            <ac:cxnSpMk id="37" creationId="{0503822F-A152-FF4A-6A5D-0A5954DD46AC}"/>
          </ac:cxnSpMkLst>
        </pc:cxnChg>
        <pc:cxnChg chg="add del mod">
          <ac:chgData name="Saef Al Barazi (Student)" userId="c4f46f0b-de80-4727-b952-499c25aaac12" providerId="ADAL" clId="{B3B4C93B-09B7-4125-987F-C553C88637FD}" dt="2026-05-31T17:15:04.589" v="3261" actId="478"/>
          <ac:cxnSpMkLst>
            <pc:docMk/>
            <pc:sldMk cId="3221761280" sldId="256"/>
            <ac:cxnSpMk id="41" creationId="{DAFF5479-5C5A-2443-F222-817CD9D256A5}"/>
          </ac:cxnSpMkLst>
        </pc:cxnChg>
        <pc:cxnChg chg="add del mod">
          <ac:chgData name="Saef Al Barazi (Student)" userId="c4f46f0b-de80-4727-b952-499c25aaac12" providerId="ADAL" clId="{B3B4C93B-09B7-4125-987F-C553C88637FD}" dt="2026-05-31T17:11:43.139" v="3206" actId="478"/>
          <ac:cxnSpMkLst>
            <pc:docMk/>
            <pc:sldMk cId="3221761280" sldId="256"/>
            <ac:cxnSpMk id="42" creationId="{32A10DB0-1EBD-573B-E400-2D52BA625C13}"/>
          </ac:cxnSpMkLst>
        </pc:cxnChg>
        <pc:cxnChg chg="add del mod">
          <ac:chgData name="Saef Al Barazi (Student)" userId="c4f46f0b-de80-4727-b952-499c25aaac12" providerId="ADAL" clId="{B3B4C93B-09B7-4125-987F-C553C88637FD}" dt="2026-05-30T20:09:01.453" v="1411" actId="478"/>
          <ac:cxnSpMkLst>
            <pc:docMk/>
            <pc:sldMk cId="3221761280" sldId="256"/>
            <ac:cxnSpMk id="44" creationId="{6B4688C4-EA3E-16B8-0325-E374BDBF3BDF}"/>
          </ac:cxnSpMkLst>
        </pc:cxnChg>
        <pc:cxnChg chg="add del mod">
          <ac:chgData name="Saef Al Barazi (Student)" userId="c4f46f0b-de80-4727-b952-499c25aaac12" providerId="ADAL" clId="{B3B4C93B-09B7-4125-987F-C553C88637FD}" dt="2026-05-31T17:15:03.171" v="3260" actId="478"/>
          <ac:cxnSpMkLst>
            <pc:docMk/>
            <pc:sldMk cId="3221761280" sldId="256"/>
            <ac:cxnSpMk id="48" creationId="{0A8941F6-D043-6179-0E57-135A8BE41B91}"/>
          </ac:cxnSpMkLst>
        </pc:cxnChg>
        <pc:cxnChg chg="add del mod">
          <ac:chgData name="Saef Al Barazi (Student)" userId="c4f46f0b-de80-4727-b952-499c25aaac12" providerId="ADAL" clId="{B3B4C93B-09B7-4125-987F-C553C88637FD}" dt="2026-05-31T17:15:01.788" v="3259" actId="478"/>
          <ac:cxnSpMkLst>
            <pc:docMk/>
            <pc:sldMk cId="3221761280" sldId="256"/>
            <ac:cxnSpMk id="49" creationId="{D68FB947-AEFE-4F0F-A797-A9301BCF34CC}"/>
          </ac:cxnSpMkLst>
        </pc:cxnChg>
      </pc:sldChg>
      <pc:sldChg chg="addSp delSp modSp add del mod">
        <pc:chgData name="Saef Al Barazi (Student)" userId="c4f46f0b-de80-4727-b952-499c25aaac12" providerId="ADAL" clId="{B3B4C93B-09B7-4125-987F-C553C88637FD}" dt="2026-05-31T17:22:00.819" v="3327" actId="2696"/>
        <pc:sldMkLst>
          <pc:docMk/>
          <pc:sldMk cId="423839620" sldId="257"/>
        </pc:sldMkLst>
        <pc:spChg chg="add del mod">
          <ac:chgData name="Saef Al Barazi (Student)" userId="c4f46f0b-de80-4727-b952-499c25aaac12" providerId="ADAL" clId="{B3B4C93B-09B7-4125-987F-C553C88637FD}" dt="2026-05-31T17:20:19.790" v="3311" actId="478"/>
          <ac:spMkLst>
            <pc:docMk/>
            <pc:sldMk cId="423839620" sldId="257"/>
            <ac:spMk id="2" creationId="{1A9060FE-1506-534A-6A3E-B55338608149}"/>
          </ac:spMkLst>
        </pc:spChg>
        <pc:spChg chg="del">
          <ac:chgData name="Saef Al Barazi (Student)" userId="c4f46f0b-de80-4727-b952-499c25aaac12" providerId="ADAL" clId="{B3B4C93B-09B7-4125-987F-C553C88637FD}" dt="2026-05-30T19:33:54.730" v="342" actId="478"/>
          <ac:spMkLst>
            <pc:docMk/>
            <pc:sldMk cId="423839620" sldId="257"/>
            <ac:spMk id="4" creationId="{1E8F3EA3-BFF5-95DA-BAC1-D80A1795E8F9}"/>
          </ac:spMkLst>
        </pc:spChg>
        <pc:spChg chg="add mod">
          <ac:chgData name="Saef Al Barazi (Student)" userId="c4f46f0b-de80-4727-b952-499c25aaac12" providerId="ADAL" clId="{B3B4C93B-09B7-4125-987F-C553C88637FD}" dt="2026-05-31T17:03:37.459" v="3145"/>
          <ac:spMkLst>
            <pc:docMk/>
            <pc:sldMk cId="423839620" sldId="257"/>
            <ac:spMk id="6" creationId="{8B90DA9A-5D0C-B037-4562-E20CFE8AA8F8}"/>
          </ac:spMkLst>
        </pc:spChg>
        <pc:spChg chg="del">
          <ac:chgData name="Saef Al Barazi (Student)" userId="c4f46f0b-de80-4727-b952-499c25aaac12" providerId="ADAL" clId="{B3B4C93B-09B7-4125-987F-C553C88637FD}" dt="2026-05-30T19:33:43.108" v="335" actId="478"/>
          <ac:spMkLst>
            <pc:docMk/>
            <pc:sldMk cId="423839620" sldId="257"/>
            <ac:spMk id="8" creationId="{881E5347-0A95-8070-C9AA-777B8F3F2176}"/>
          </ac:spMkLst>
        </pc:spChg>
        <pc:spChg chg="add mod">
          <ac:chgData name="Saef Al Barazi (Student)" userId="c4f46f0b-de80-4727-b952-499c25aaac12" providerId="ADAL" clId="{B3B4C93B-09B7-4125-987F-C553C88637FD}" dt="2026-05-31T17:19:08.672" v="3305" actId="14100"/>
          <ac:spMkLst>
            <pc:docMk/>
            <pc:sldMk cId="423839620" sldId="257"/>
            <ac:spMk id="10" creationId="{63784548-8B9D-F34A-E09A-1AB39903F63B}"/>
          </ac:spMkLst>
        </pc:spChg>
        <pc:spChg chg="del">
          <ac:chgData name="Saef Al Barazi (Student)" userId="c4f46f0b-de80-4727-b952-499c25aaac12" providerId="ADAL" clId="{B3B4C93B-09B7-4125-987F-C553C88637FD}" dt="2026-05-30T19:33:44.601" v="336" actId="478"/>
          <ac:spMkLst>
            <pc:docMk/>
            <pc:sldMk cId="423839620" sldId="257"/>
            <ac:spMk id="11" creationId="{4DD8CBD7-B581-1434-4165-611CE59B4910}"/>
          </ac:spMkLst>
        </pc:spChg>
        <pc:spChg chg="add del mod">
          <ac:chgData name="Saef Al Barazi (Student)" userId="c4f46f0b-de80-4727-b952-499c25aaac12" providerId="ADAL" clId="{B3B4C93B-09B7-4125-987F-C553C88637FD}" dt="2026-05-31T17:18:41.129" v="3295" actId="21"/>
          <ac:spMkLst>
            <pc:docMk/>
            <pc:sldMk cId="423839620" sldId="257"/>
            <ac:spMk id="11" creationId="{82EAEE92-40ED-FD7F-E874-69C6FEA5096A}"/>
          </ac:spMkLst>
        </pc:spChg>
        <pc:spChg chg="del">
          <ac:chgData name="Saef Al Barazi (Student)" userId="c4f46f0b-de80-4727-b952-499c25aaac12" providerId="ADAL" clId="{B3B4C93B-09B7-4125-987F-C553C88637FD}" dt="2026-05-30T19:33:49.174" v="339" actId="478"/>
          <ac:spMkLst>
            <pc:docMk/>
            <pc:sldMk cId="423839620" sldId="257"/>
            <ac:spMk id="12" creationId="{3D7C6CAE-973C-D766-09BB-C3EEA2DC6408}"/>
          </ac:spMkLst>
        </pc:spChg>
        <pc:spChg chg="del">
          <ac:chgData name="Saef Al Barazi (Student)" userId="c4f46f0b-de80-4727-b952-499c25aaac12" providerId="ADAL" clId="{B3B4C93B-09B7-4125-987F-C553C88637FD}" dt="2026-05-30T19:33:50.565" v="340" actId="478"/>
          <ac:spMkLst>
            <pc:docMk/>
            <pc:sldMk cId="423839620" sldId="257"/>
            <ac:spMk id="13" creationId="{33E9A671-DEE9-7F69-BD22-A32B862AC852}"/>
          </ac:spMkLst>
        </pc:spChg>
        <pc:graphicFrameChg chg="del">
          <ac:chgData name="Saef Al Barazi (Student)" userId="c4f46f0b-de80-4727-b952-499c25aaac12" providerId="ADAL" clId="{B3B4C93B-09B7-4125-987F-C553C88637FD}" dt="2026-05-30T19:33:52.347" v="341" actId="478"/>
          <ac:graphicFrameMkLst>
            <pc:docMk/>
            <pc:sldMk cId="423839620" sldId="257"/>
            <ac:graphicFrameMk id="3" creationId="{5536C1A4-5F32-893E-AAC9-FE144382EEDA}"/>
          </ac:graphicFrameMkLst>
        </pc:graphicFrameChg>
        <pc:graphicFrameChg chg="add del mod modGraphic">
          <ac:chgData name="Saef Al Barazi (Student)" userId="c4f46f0b-de80-4727-b952-499c25aaac12" providerId="ADAL" clId="{B3B4C93B-09B7-4125-987F-C553C88637FD}" dt="2026-05-31T17:17:11.857" v="3280" actId="21"/>
          <ac:graphicFrameMkLst>
            <pc:docMk/>
            <pc:sldMk cId="423839620" sldId="257"/>
            <ac:graphicFrameMk id="12" creationId="{33FBF908-C22F-10AA-C636-0DDA230A68F3}"/>
          </ac:graphicFrameMkLst>
        </pc:graphicFrameChg>
        <pc:picChg chg="add del mod">
          <ac:chgData name="Saef Al Barazi (Student)" userId="c4f46f0b-de80-4727-b952-499c25aaac12" providerId="ADAL" clId="{B3B4C93B-09B7-4125-987F-C553C88637FD}" dt="2026-05-31T14:38:54.896" v="1582" actId="478"/>
          <ac:picMkLst>
            <pc:docMk/>
            <pc:sldMk cId="423839620" sldId="257"/>
            <ac:picMk id="4" creationId="{CB961238-7F52-06BE-EB06-E12CD1A57014}"/>
          </ac:picMkLst>
        </pc:picChg>
        <pc:picChg chg="del mod">
          <ac:chgData name="Saef Al Barazi (Student)" userId="c4f46f0b-de80-4727-b952-499c25aaac12" providerId="ADAL" clId="{B3B4C93B-09B7-4125-987F-C553C88637FD}" dt="2026-05-31T17:20:21.379" v="3313" actId="478"/>
          <ac:picMkLst>
            <pc:docMk/>
            <pc:sldMk cId="423839620" sldId="257"/>
            <ac:picMk id="5" creationId="{746122B7-27D3-F929-F472-3E606DD21411}"/>
          </ac:picMkLst>
        </pc:picChg>
        <pc:picChg chg="del mod">
          <ac:chgData name="Saef Al Barazi (Student)" userId="c4f46f0b-de80-4727-b952-499c25aaac12" providerId="ADAL" clId="{B3B4C93B-09B7-4125-987F-C553C88637FD}" dt="2026-05-31T17:20:20.651" v="3312" actId="478"/>
          <ac:picMkLst>
            <pc:docMk/>
            <pc:sldMk cId="423839620" sldId="257"/>
            <ac:picMk id="7" creationId="{D99F4BBE-7A45-A010-5032-8BB2B5A07700}"/>
          </ac:picMkLst>
        </pc:picChg>
        <pc:picChg chg="del mod">
          <ac:chgData name="Saef Al Barazi (Student)" userId="c4f46f0b-de80-4727-b952-499c25aaac12" providerId="ADAL" clId="{B3B4C93B-09B7-4125-987F-C553C88637FD}" dt="2026-05-30T19:42:26.254" v="909" actId="478"/>
          <ac:picMkLst>
            <pc:docMk/>
            <pc:sldMk cId="423839620" sldId="257"/>
            <ac:picMk id="9" creationId="{9E66EA7C-C678-9152-4249-B3AC387E671E}"/>
          </ac:picMkLst>
        </pc:picChg>
        <pc:picChg chg="add del mod">
          <ac:chgData name="Saef Al Barazi (Student)" userId="c4f46f0b-de80-4727-b952-499c25aaac12" providerId="ADAL" clId="{B3B4C93B-09B7-4125-987F-C553C88637FD}" dt="2026-05-31T17:15:21.063" v="3269" actId="21"/>
          <ac:picMkLst>
            <pc:docMk/>
            <pc:sldMk cId="423839620" sldId="257"/>
            <ac:picMk id="9" creationId="{A39F8D5E-0192-72D7-D63F-DE2ABDEFD2D5}"/>
          </ac:picMkLst>
        </pc:picChg>
        <pc:picChg chg="add del mod">
          <ac:chgData name="Saef Al Barazi (Student)" userId="c4f46f0b-de80-4727-b952-499c25aaac12" providerId="ADAL" clId="{B3B4C93B-09B7-4125-987F-C553C88637FD}" dt="2026-05-31T17:03:37.459" v="3145"/>
          <ac:picMkLst>
            <pc:docMk/>
            <pc:sldMk cId="423839620" sldId="257"/>
            <ac:picMk id="16" creationId="{B222B0E7-3235-8CB6-0ABA-ECAF5144E133}"/>
          </ac:picMkLst>
        </pc:picChg>
      </pc:sldChg>
      <pc:sldMasterChg chg="modSp modSldLayout">
        <pc:chgData name="Saef Al Barazi (Student)" userId="c4f46f0b-de80-4727-b952-499c25aaac12" providerId="ADAL" clId="{B3B4C93B-09B7-4125-987F-C553C88637FD}" dt="2026-05-31T17:03:37.459" v="3145"/>
        <pc:sldMasterMkLst>
          <pc:docMk/>
          <pc:sldMasterMk cId="1570091123" sldId="2147483660"/>
        </pc:sldMasterMkLst>
        <pc:spChg chg="mod">
          <ac:chgData name="Saef Al Barazi (Student)" userId="c4f46f0b-de80-4727-b952-499c25aaac12" providerId="ADAL" clId="{B3B4C93B-09B7-4125-987F-C553C88637FD}" dt="2026-05-31T17:03:37.459" v="3145"/>
          <ac:spMkLst>
            <pc:docMk/>
            <pc:sldMasterMk cId="1570091123" sldId="2147483660"/>
            <ac:spMk id="2" creationId="{00000000-0000-0000-0000-000000000000}"/>
          </ac:spMkLst>
        </pc:spChg>
        <pc:spChg chg="mod">
          <ac:chgData name="Saef Al Barazi (Student)" userId="c4f46f0b-de80-4727-b952-499c25aaac12" providerId="ADAL" clId="{B3B4C93B-09B7-4125-987F-C553C88637FD}" dt="2026-05-31T17:03:37.459" v="3145"/>
          <ac:spMkLst>
            <pc:docMk/>
            <pc:sldMasterMk cId="1570091123" sldId="2147483660"/>
            <ac:spMk id="3" creationId="{00000000-0000-0000-0000-000000000000}"/>
          </ac:spMkLst>
        </pc:spChg>
        <pc:spChg chg="mod">
          <ac:chgData name="Saef Al Barazi (Student)" userId="c4f46f0b-de80-4727-b952-499c25aaac12" providerId="ADAL" clId="{B3B4C93B-09B7-4125-987F-C553C88637FD}" dt="2026-05-31T17:03:37.459" v="3145"/>
          <ac:spMkLst>
            <pc:docMk/>
            <pc:sldMasterMk cId="1570091123" sldId="2147483660"/>
            <ac:spMk id="4" creationId="{00000000-0000-0000-0000-000000000000}"/>
          </ac:spMkLst>
        </pc:spChg>
        <pc:spChg chg="mod">
          <ac:chgData name="Saef Al Barazi (Student)" userId="c4f46f0b-de80-4727-b952-499c25aaac12" providerId="ADAL" clId="{B3B4C93B-09B7-4125-987F-C553C88637FD}" dt="2026-05-31T17:03:37.459" v="3145"/>
          <ac:spMkLst>
            <pc:docMk/>
            <pc:sldMasterMk cId="1570091123" sldId="2147483660"/>
            <ac:spMk id="5" creationId="{00000000-0000-0000-0000-000000000000}"/>
          </ac:spMkLst>
        </pc:spChg>
        <pc:spChg chg="mod">
          <ac:chgData name="Saef Al Barazi (Student)" userId="c4f46f0b-de80-4727-b952-499c25aaac12" providerId="ADAL" clId="{B3B4C93B-09B7-4125-987F-C553C88637FD}" dt="2026-05-31T17:03:37.459" v="3145"/>
          <ac:spMkLst>
            <pc:docMk/>
            <pc:sldMasterMk cId="1570091123" sldId="2147483660"/>
            <ac:spMk id="6" creationId="{00000000-0000-0000-0000-000000000000}"/>
          </ac:spMkLst>
        </pc:sp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1167800033" sldId="2147483661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167800033" sldId="2147483661"/>
              <ac:spMk id="2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167800033" sldId="2147483661"/>
              <ac:spMk id="3" creationId="{00000000-0000-0000-0000-000000000000}"/>
            </ac:spMkLst>
          </pc:spChg>
        </pc:sldLayout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888190948" sldId="2147483663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888190948" sldId="2147483663"/>
              <ac:spMk id="2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888190948" sldId="2147483663"/>
              <ac:spMk id="3" creationId="{00000000-0000-0000-0000-000000000000}"/>
            </ac:spMkLst>
          </pc:spChg>
        </pc:sldLayout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2755965780" sldId="2147483664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2755965780" sldId="2147483664"/>
              <ac:spMk id="3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2755965780" sldId="2147483664"/>
              <ac:spMk id="4" creationId="{00000000-0000-0000-0000-000000000000}"/>
            </ac:spMkLst>
          </pc:spChg>
        </pc:sldLayout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1395720076" sldId="2147483665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395720076" sldId="2147483665"/>
              <ac:spMk id="2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395720076" sldId="2147483665"/>
              <ac:spMk id="3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395720076" sldId="2147483665"/>
              <ac:spMk id="4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395720076" sldId="2147483665"/>
              <ac:spMk id="5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1395720076" sldId="2147483665"/>
              <ac:spMk id="6" creationId="{00000000-0000-0000-0000-000000000000}"/>
            </ac:spMkLst>
          </pc:spChg>
        </pc:sldLayout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3756229780" sldId="2147483668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3756229780" sldId="2147483668"/>
              <ac:spMk id="2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3756229780" sldId="2147483668"/>
              <ac:spMk id="3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3756229780" sldId="2147483668"/>
              <ac:spMk id="4" creationId="{00000000-0000-0000-0000-000000000000}"/>
            </ac:spMkLst>
          </pc:spChg>
        </pc:sldLayout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4028692835" sldId="2147483669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4028692835" sldId="2147483669"/>
              <ac:spMk id="2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4028692835" sldId="2147483669"/>
              <ac:spMk id="3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4028692835" sldId="2147483669"/>
              <ac:spMk id="4" creationId="{00000000-0000-0000-0000-000000000000}"/>
            </ac:spMkLst>
          </pc:spChg>
        </pc:sldLayoutChg>
        <pc:sldLayoutChg chg="modSp">
          <pc:chgData name="Saef Al Barazi (Student)" userId="c4f46f0b-de80-4727-b952-499c25aaac12" providerId="ADAL" clId="{B3B4C93B-09B7-4125-987F-C553C88637FD}" dt="2026-05-31T17:03:37.459" v="3145"/>
          <pc:sldLayoutMkLst>
            <pc:docMk/>
            <pc:sldMasterMk cId="1570091123" sldId="2147483660"/>
            <pc:sldLayoutMk cId="2989301955" sldId="2147483671"/>
          </pc:sldLayoutMkLst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2989301955" sldId="2147483671"/>
              <ac:spMk id="2" creationId="{00000000-0000-0000-0000-000000000000}"/>
            </ac:spMkLst>
          </pc:spChg>
          <pc:spChg chg="mod">
            <ac:chgData name="Saef Al Barazi (Student)" userId="c4f46f0b-de80-4727-b952-499c25aaac12" providerId="ADAL" clId="{B3B4C93B-09B7-4125-987F-C553C88637FD}" dt="2026-05-31T17:03:37.459" v="3145"/>
            <ac:spMkLst>
              <pc:docMk/>
              <pc:sldMasterMk cId="1570091123" sldId="2147483660"/>
              <pc:sldLayoutMk cId="2989301955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17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59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756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47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26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27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7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04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93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99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4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C2598-EEE7-4C37-BA37-A6D1BE4B82CA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D0B86-96FC-4564-9BDD-76BA790A66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2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322F573-5437-E468-910F-62B28F4D93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0" r="6395" b="957"/>
          <a:stretch>
            <a:fillRect/>
          </a:stretch>
        </p:blipFill>
        <p:spPr>
          <a:xfrm>
            <a:off x="82149" y="0"/>
            <a:ext cx="30110914" cy="39692956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18373-D531-A6D3-BDD2-05357E39E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3300" y="0"/>
            <a:ext cx="8701914" cy="4297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77274-3222-D5BE-F1C1-35DCA48E6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370305" cy="39584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3E0D66-9D3C-BAA9-3091-9D95578FBDCF}"/>
              </a:ext>
            </a:extLst>
          </p:cNvPr>
          <p:cNvSpPr txBox="1"/>
          <p:nvPr/>
        </p:nvSpPr>
        <p:spPr>
          <a:xfrm>
            <a:off x="21573300" y="4573853"/>
            <a:ext cx="7698924" cy="62786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 b="1" dirty="0"/>
              <a:t>Team name: </a:t>
            </a:r>
            <a:r>
              <a:rPr lang="en-GB" sz="5400" dirty="0"/>
              <a:t>Pipe Dream</a:t>
            </a:r>
          </a:p>
          <a:p>
            <a:r>
              <a:rPr lang="en-GB" sz="6600" b="1" dirty="0"/>
              <a:t>Team members: </a:t>
            </a:r>
          </a:p>
          <a:p>
            <a:r>
              <a:rPr lang="en-GB" sz="5400" dirty="0"/>
              <a:t>-Damien Akers</a:t>
            </a:r>
          </a:p>
          <a:p>
            <a:r>
              <a:rPr lang="en-GB" sz="5400" dirty="0"/>
              <a:t>-Joshua Pepple</a:t>
            </a:r>
          </a:p>
          <a:p>
            <a:r>
              <a:rPr lang="en-GB" sz="5400" dirty="0"/>
              <a:t>-Marley Williams</a:t>
            </a:r>
          </a:p>
          <a:p>
            <a:r>
              <a:rPr lang="en-GB" sz="5400" dirty="0"/>
              <a:t>-Saef Al Barazi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BA6F5-596A-73B0-D084-07DF0A015C2F}"/>
              </a:ext>
            </a:extLst>
          </p:cNvPr>
          <p:cNvSpPr txBox="1"/>
          <p:nvPr/>
        </p:nvSpPr>
        <p:spPr>
          <a:xfrm>
            <a:off x="966378" y="11613617"/>
            <a:ext cx="10369800" cy="79406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 b="1" dirty="0"/>
              <a:t>Main design parameters/description:</a:t>
            </a:r>
          </a:p>
          <a:p>
            <a:r>
              <a:rPr lang="en-GB" sz="5400" dirty="0"/>
              <a:t>-using weight offset to cling onto the pipe</a:t>
            </a:r>
          </a:p>
          <a:p>
            <a:r>
              <a:rPr lang="en-GB" sz="5400" dirty="0"/>
              <a:t>-3D printed PLA for chassis and housing</a:t>
            </a:r>
          </a:p>
          <a:p>
            <a:r>
              <a:rPr lang="en-GB" sz="5400" dirty="0"/>
              <a:t>-driven by a single 12v DC motor with an rpm of 200</a:t>
            </a:r>
          </a:p>
          <a:p>
            <a:r>
              <a:rPr lang="en-GB" sz="5400" dirty="0"/>
              <a:t>-Arduino nano for logic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22064D-FB94-6730-05FD-EB7BC8F85E6F}"/>
              </a:ext>
            </a:extLst>
          </p:cNvPr>
          <p:cNvSpPr txBox="1"/>
          <p:nvPr/>
        </p:nvSpPr>
        <p:spPr>
          <a:xfrm>
            <a:off x="12490228" y="11595789"/>
            <a:ext cx="17702835" cy="44319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 b="1" dirty="0"/>
              <a:t>Competition parameters/goal:</a:t>
            </a:r>
          </a:p>
          <a:p>
            <a:r>
              <a:rPr lang="en-GB" sz="5400" dirty="0"/>
              <a:t>-Climb a 22mm diameter copper pipe until reaching the top </a:t>
            </a:r>
          </a:p>
          <a:p>
            <a:r>
              <a:rPr lang="en-GB" sz="5400" dirty="0"/>
              <a:t>-Carry a chain, dropping it at the midway point of the pipe</a:t>
            </a:r>
          </a:p>
          <a:p>
            <a:r>
              <a:rPr lang="en-GB" sz="5400" dirty="0"/>
              <a:t>-Activate a Green LED when the robot is active</a:t>
            </a:r>
          </a:p>
          <a:p>
            <a:r>
              <a:rPr lang="en-GB" sz="5400" dirty="0"/>
              <a:t>-Activate a red LED and a buzzer when top is reached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643684-ACB0-1D4F-F25B-731BAF2C9679}"/>
              </a:ext>
            </a:extLst>
          </p:cNvPr>
          <p:cNvSpPr txBox="1"/>
          <p:nvPr/>
        </p:nvSpPr>
        <p:spPr>
          <a:xfrm>
            <a:off x="920840" y="19846478"/>
            <a:ext cx="9980054" cy="69249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6600" b="1" dirty="0"/>
              <a:t>Information:</a:t>
            </a:r>
          </a:p>
          <a:p>
            <a:r>
              <a:rPr lang="en-GB" sz="5400" dirty="0"/>
              <a:t>• CAD mass: 787 grams not counting Arduino and h-bridge</a:t>
            </a:r>
          </a:p>
          <a:p>
            <a:r>
              <a:rPr lang="en-GB" sz="5400" dirty="0"/>
              <a:t>• 12v DC motor with worm gears </a:t>
            </a:r>
          </a:p>
          <a:p>
            <a:r>
              <a:rPr lang="en-GB" sz="5400" dirty="0"/>
              <a:t>• Dual H bridge motor XY-160D</a:t>
            </a:r>
          </a:p>
          <a:p>
            <a:r>
              <a:rPr lang="en-GB" sz="5400" dirty="0"/>
              <a:t>•Total cost, including consumables (IMechE specified): £78.91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22F425-C20E-037A-0E09-4BB2549B9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409146"/>
              </p:ext>
            </p:extLst>
          </p:nvPr>
        </p:nvGraphicFramePr>
        <p:xfrm>
          <a:off x="14955871" y="26959455"/>
          <a:ext cx="14243791" cy="679302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517326">
                  <a:extLst>
                    <a:ext uri="{9D8B030D-6E8A-4147-A177-3AD203B41FA5}">
                      <a16:colId xmlns:a16="http://schemas.microsoft.com/office/drawing/2014/main" val="3713097579"/>
                    </a:ext>
                  </a:extLst>
                </a:gridCol>
                <a:gridCol w="3253747">
                  <a:extLst>
                    <a:ext uri="{9D8B030D-6E8A-4147-A177-3AD203B41FA5}">
                      <a16:colId xmlns:a16="http://schemas.microsoft.com/office/drawing/2014/main" val="3205545848"/>
                    </a:ext>
                  </a:extLst>
                </a:gridCol>
                <a:gridCol w="6472718">
                  <a:extLst>
                    <a:ext uri="{9D8B030D-6E8A-4147-A177-3AD203B41FA5}">
                      <a16:colId xmlns:a16="http://schemas.microsoft.com/office/drawing/2014/main" val="3644900760"/>
                    </a:ext>
                  </a:extLst>
                </a:gridCol>
              </a:tblGrid>
              <a:tr h="9702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dirty="0">
                          <a:solidFill>
                            <a:srgbClr val="FFFFFF"/>
                          </a:solidFill>
                          <a:effectLst/>
                        </a:rPr>
                        <a:t>Component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dirty="0">
                          <a:solidFill>
                            <a:srgbClr val="FFFFFF"/>
                          </a:solidFill>
                          <a:effectLst/>
                        </a:rPr>
                        <a:t>Role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dirty="0">
                          <a:solidFill>
                            <a:srgbClr val="FFFFFF"/>
                          </a:solidFill>
                          <a:effectLst/>
                        </a:rPr>
                        <a:t>Selection Justification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454715"/>
                  </a:ext>
                </a:extLst>
              </a:tr>
              <a:tr h="9702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Arduino Nano R4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Central Logic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Lightweight, High-speed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409994"/>
                  </a:ext>
                </a:extLst>
              </a:tr>
              <a:tr h="87827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>
                          <a:solidFill>
                            <a:srgbClr val="000000"/>
                          </a:solidFill>
                          <a:effectLst/>
                        </a:rPr>
                        <a:t>XY-160D H-Bridge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Motor Driver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High current capacity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4248"/>
                  </a:ext>
                </a:extLst>
              </a:tr>
              <a:tr h="9702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Worm Gear Motor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Primary Actuator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Self-locking to prevent sliding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184025"/>
                  </a:ext>
                </a:extLst>
              </a:tr>
              <a:tr h="130956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Optical Encoder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Distance Feedback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Provides precision tick for finding distance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723536"/>
                  </a:ext>
                </a:extLst>
              </a:tr>
              <a:tr h="148960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7809CT Regulator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Power Management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600" b="0" dirty="0">
                          <a:solidFill>
                            <a:srgbClr val="000000"/>
                          </a:solidFill>
                          <a:effectLst/>
                        </a:rPr>
                        <a:t>Stabilises the 18v battery input into 9V for Arduino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43418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949E3369-6AF8-5253-9363-9492CE9139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" t="6079" r="7228" b="12889"/>
          <a:stretch>
            <a:fillRect/>
          </a:stretch>
        </p:blipFill>
        <p:spPr>
          <a:xfrm>
            <a:off x="966378" y="28223016"/>
            <a:ext cx="11846094" cy="10383489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AC65077-5BEB-F109-87F5-C22DA3BD3232}"/>
              </a:ext>
            </a:extLst>
          </p:cNvPr>
          <p:cNvSpPr txBox="1"/>
          <p:nvPr/>
        </p:nvSpPr>
        <p:spPr>
          <a:xfrm>
            <a:off x="1337737" y="37018026"/>
            <a:ext cx="7266812" cy="49173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5871" b="1" dirty="0">
                <a:solidFill>
                  <a:srgbClr val="FF18D5"/>
                </a:solidFill>
              </a:rPr>
              <a:t>P</a:t>
            </a:r>
            <a:r>
              <a:rPr lang="en-GB" sz="5871" b="1" dirty="0">
                <a:solidFill>
                  <a:srgbClr val="FF18D5"/>
                </a:solidFill>
              </a:rPr>
              <a:t>ush Button</a:t>
            </a:r>
          </a:p>
          <a:p>
            <a:pPr>
              <a:spcBef>
                <a:spcPts val="600"/>
              </a:spcBef>
            </a:pPr>
            <a:r>
              <a:rPr lang="en-GB" sz="5871" b="1" dirty="0">
                <a:solidFill>
                  <a:srgbClr val="FF0000"/>
                </a:solidFill>
              </a:rPr>
              <a:t>Motor</a:t>
            </a:r>
          </a:p>
          <a:p>
            <a:pPr>
              <a:spcBef>
                <a:spcPts val="600"/>
              </a:spcBef>
            </a:pPr>
            <a:r>
              <a:rPr lang="en-GB" sz="5871" b="1" dirty="0">
                <a:solidFill>
                  <a:srgbClr val="00B050"/>
                </a:solidFill>
              </a:rPr>
              <a:t>Driven Wheel</a:t>
            </a:r>
          </a:p>
          <a:p>
            <a:pPr>
              <a:spcBef>
                <a:spcPts val="600"/>
              </a:spcBef>
            </a:pPr>
            <a:r>
              <a:rPr lang="en-GB" sz="5871" b="1" dirty="0">
                <a:solidFill>
                  <a:srgbClr val="FFC000"/>
                </a:solidFill>
              </a:rPr>
              <a:t>Non-driven Wheels </a:t>
            </a:r>
          </a:p>
          <a:p>
            <a:pPr>
              <a:spcBef>
                <a:spcPts val="600"/>
              </a:spcBef>
            </a:pPr>
            <a:r>
              <a:rPr lang="en-GB" sz="5871" b="1" dirty="0">
                <a:solidFill>
                  <a:srgbClr val="1900D6"/>
                </a:solidFill>
              </a:rPr>
              <a:t>Chain Servo</a:t>
            </a:r>
            <a:endParaRPr lang="en-GB" sz="5871" dirty="0">
              <a:solidFill>
                <a:srgbClr val="1900D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A4B13-FBCC-2674-2B7C-1F8972F6EA82}"/>
              </a:ext>
            </a:extLst>
          </p:cNvPr>
          <p:cNvSpPr txBox="1"/>
          <p:nvPr/>
        </p:nvSpPr>
        <p:spPr>
          <a:xfrm>
            <a:off x="795264" y="4638058"/>
            <a:ext cx="18963514" cy="71711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1500" b="1" dirty="0"/>
              <a:t>Pipe climbing robot for the IMechE design challenge of the Wessex Regional Final 2026</a:t>
            </a:r>
            <a:endParaRPr lang="en-GB" sz="11500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58DC5B3-18EE-EB7E-9067-53D0EF758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257832"/>
              </p:ext>
            </p:extLst>
          </p:nvPr>
        </p:nvGraphicFramePr>
        <p:xfrm>
          <a:off x="14924498" y="34349000"/>
          <a:ext cx="14352963" cy="820243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635727">
                  <a:extLst>
                    <a:ext uri="{9D8B030D-6E8A-4147-A177-3AD203B41FA5}">
                      <a16:colId xmlns:a16="http://schemas.microsoft.com/office/drawing/2014/main" val="3205545848"/>
                    </a:ext>
                  </a:extLst>
                </a:gridCol>
                <a:gridCol w="7717236">
                  <a:extLst>
                    <a:ext uri="{9D8B030D-6E8A-4147-A177-3AD203B41FA5}">
                      <a16:colId xmlns:a16="http://schemas.microsoft.com/office/drawing/2014/main" val="3644900760"/>
                    </a:ext>
                  </a:extLst>
                </a:gridCol>
              </a:tblGrid>
              <a:tr h="98629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2800" dirty="0">
                          <a:solidFill>
                            <a:srgbClr val="FFFFFF"/>
                          </a:solidFill>
                          <a:effectLst/>
                        </a:rPr>
                        <a:t>Advantages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2800" dirty="0">
                          <a:solidFill>
                            <a:srgbClr val="FFFFFF"/>
                          </a:solidFill>
                          <a:effectLst/>
                        </a:rPr>
                        <a:t>Disadvantages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454715"/>
                  </a:ext>
                </a:extLst>
              </a:tr>
              <a:tr h="103380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</a:rPr>
                        <a:t>No more than one motor required</a:t>
                      </a:r>
                      <a:endParaRPr lang="en-GB" sz="3200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</a:rPr>
                        <a:t>I</a:t>
                      </a:r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</a:rPr>
                        <a:t>f centre of mass is not in line with the pipe on the z axis, robot will rotate as it climbs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409994"/>
                  </a:ext>
                </a:extLst>
              </a:tr>
              <a:tr h="15075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</a:rPr>
                        <a:t>Integrated gear box with self locking worm gears means no power required to maintain robots position</a:t>
                      </a:r>
                      <a:endParaRPr lang="en-GB" sz="3200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</a:rPr>
                        <a:t>Maintenance / replacement of electrical components is difficult. Design oversight</a:t>
                      </a:r>
                      <a:endParaRPr lang="en-GB" sz="3200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4248"/>
                  </a:ext>
                </a:extLst>
              </a:tr>
              <a:tr h="15075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</a:rPr>
                        <a:t>3D printed PLA chassis is inexpensive outside competition specification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</a:rPr>
                        <a:t>If using standard 9v alkaline batteries, frequent replacement is needed as voltage drops over continuous use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184025"/>
                  </a:ext>
                </a:extLst>
              </a:tr>
              <a:tr h="104360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</a:rPr>
                        <a:t>Further mass addition will not cause robot to slip </a:t>
                      </a:r>
                      <a:endParaRPr lang="en-GB" sz="3200" b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3200" b="0" dirty="0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en-GB" sz="3200" b="0" dirty="0" err="1">
                          <a:solidFill>
                            <a:srgbClr val="000000"/>
                          </a:solidFill>
                          <a:effectLst/>
                        </a:rPr>
                        <a:t>ime</a:t>
                      </a:r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</a:rPr>
                        <a:t> consuming to install and remove 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723536"/>
                  </a:ext>
                </a:extLst>
              </a:tr>
              <a:tr h="15075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</a:rPr>
                        <a:t>Although not utilised, design can incorporate an optical encoder for accurate robot movement through PID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GB" sz="3200" b="0" dirty="0">
                          <a:solidFill>
                            <a:srgbClr val="000000"/>
                          </a:solidFill>
                          <a:effectLst/>
                        </a:rPr>
                        <a:t>Parts cannot be easily disassembled, entire chassis needs to be reprinted as a result. Design oversight</a:t>
                      </a:r>
                    </a:p>
                  </a:txBody>
                  <a:tcPr marL="77724" marR="77724" marT="38862" marB="388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43418"/>
                  </a:ext>
                </a:extLst>
              </a:tr>
            </a:tbl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DB605755-27B3-EB43-532E-4CEC9667BFA8}"/>
              </a:ext>
            </a:extLst>
          </p:cNvPr>
          <p:cNvGrpSpPr/>
          <p:nvPr/>
        </p:nvGrpSpPr>
        <p:grpSpPr>
          <a:xfrm>
            <a:off x="16105031" y="16135704"/>
            <a:ext cx="12646770" cy="11496834"/>
            <a:chOff x="14735224" y="26355415"/>
            <a:chExt cx="9278192" cy="9278192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BD6264F-B8C0-3BD0-C2D6-88F0E12CC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5224" y="26355415"/>
              <a:ext cx="9278192" cy="927819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3C2E5C-FD29-9B18-4224-C15B88CFEBF4}"/>
                </a:ext>
              </a:extLst>
            </p:cNvPr>
            <p:cNvSpPr txBox="1"/>
            <p:nvPr/>
          </p:nvSpPr>
          <p:spPr>
            <a:xfrm>
              <a:off x="16885189" y="27407455"/>
              <a:ext cx="449782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1900D6"/>
                  </a:solidFill>
                </a:rPr>
                <a:t>Moment due to center of mass offset</a:t>
              </a:r>
              <a:endParaRPr lang="en-GB" sz="4000" b="1" dirty="0">
                <a:solidFill>
                  <a:srgbClr val="1900D6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9E9F8F6-0272-E713-6EC8-7C67102DCD83}"/>
                </a:ext>
              </a:extLst>
            </p:cNvPr>
            <p:cNvSpPr txBox="1"/>
            <p:nvPr/>
          </p:nvSpPr>
          <p:spPr>
            <a:xfrm>
              <a:off x="18518442" y="33350733"/>
              <a:ext cx="44978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1900D6"/>
                  </a:solidFill>
                </a:rPr>
                <a:t>center of mass</a:t>
              </a:r>
              <a:endParaRPr lang="en-GB" sz="4000" b="1" dirty="0">
                <a:solidFill>
                  <a:srgbClr val="1900D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176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8C815F4C8354982C0333FDD64938D" ma:contentTypeVersion="10" ma:contentTypeDescription="Create a new document." ma:contentTypeScope="" ma:versionID="2dc607416199d9fd9cc74dc37b0ce0d6">
  <xsd:schema xmlns:xsd="http://www.w3.org/2001/XMLSchema" xmlns:xs="http://www.w3.org/2001/XMLSchema" xmlns:p="http://schemas.microsoft.com/office/2006/metadata/properties" xmlns:ns2="19bd6413-f3bc-456a-8716-5f4797cd4f94" xmlns:ns3="c2bc55f6-3768-4e70-a5ff-a6d23c625159" targetNamespace="http://schemas.microsoft.com/office/2006/metadata/properties" ma:root="true" ma:fieldsID="e93342267111701ac0b1a613e9e5be9c" ns2:_="" ns3:_="">
    <xsd:import namespace="19bd6413-f3bc-456a-8716-5f4797cd4f94"/>
    <xsd:import namespace="c2bc55f6-3768-4e70-a5ff-a6d23c6251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bd6413-f3bc-456a-8716-5f4797cd4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edd95a-f8c2-4715-9b78-af595b67b1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bc55f6-3768-4e70-a5ff-a6d23c62515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500f69f-f02a-493e-ab5d-d1d677e48a52}" ma:internalName="TaxCatchAll" ma:showField="CatchAllData" ma:web="c2bc55f6-3768-4e70-a5ff-a6d23c6251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9bd6413-f3bc-456a-8716-5f4797cd4f94">
      <Terms xmlns="http://schemas.microsoft.com/office/infopath/2007/PartnerControls"/>
    </lcf76f155ced4ddcb4097134ff3c332f>
    <TaxCatchAll xmlns="c2bc55f6-3768-4e70-a5ff-a6d23c625159" xsi:nil="true"/>
  </documentManagement>
</p:properties>
</file>

<file path=customXml/itemProps1.xml><?xml version="1.0" encoding="utf-8"?>
<ds:datastoreItem xmlns:ds="http://schemas.openxmlformats.org/officeDocument/2006/customXml" ds:itemID="{84C7EADB-8708-4239-B1C5-780A675D47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9FECA8-A79D-4F38-A6CB-80ECC87D6C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bd6413-f3bc-456a-8716-5f4797cd4f94"/>
    <ds:schemaRef ds:uri="c2bc55f6-3768-4e70-a5ff-a6d23c6251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426FDF-6738-41A7-8306-7DEEE8EC04A5}">
  <ds:schemaRefs>
    <ds:schemaRef ds:uri="19bd6413-f3bc-456a-8716-5f4797cd4f94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c2bc55f6-3768-4e70-a5ff-a6d23c625159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372</Words>
  <Application>Microsoft Office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University of the West of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Saef Al Barazi (Student)</dc:creator>
  <cp:lastModifiedBy>Saef Al Barazi (Student)</cp:lastModifiedBy>
  <cp:revision>83</cp:revision>
  <dcterms:created xsi:type="dcterms:W3CDTF">2026-03-24T17:07:02Z</dcterms:created>
  <dcterms:modified xsi:type="dcterms:W3CDTF">2026-05-31T17:25:38Z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0x0101004448C815F4C8354982C0333FDD64938D</vt:lpwstr>
  </property>
  <property fmtid="{D5CDD505-2E9C-101B-9397-08002B2CF9AE}" pid="3" name="MediaServiceImageTags">
    <vt:lpwstr/>
  </property>
</Properties>
</file>